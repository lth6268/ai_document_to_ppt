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5F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274320"/>
            <a:ext cx="109728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000" b="1">
                <a:solidFill>
                  <a:srgbClr val="007ACC"/>
                </a:solidFill>
              </a:defRPr>
            </a:pPr>
            <a:r>
              <a:t>航班信息</a:t>
            </a:r>
          </a:p>
        </p:txBody>
      </p:sp>
      <p:sp>
        <p:nvSpPr>
          <p:cNvPr id="3" name="Rectangle 2"/>
          <p:cNvSpPr/>
          <p:nvPr/>
        </p:nvSpPr>
        <p:spPr>
          <a:xfrm>
            <a:off x="548640" y="1097280"/>
            <a:ext cx="10972800" cy="38100"/>
          </a:xfrm>
          <a:prstGeom prst="rect">
            <a:avLst/>
          </a:prstGeom>
          <a:solidFill>
            <a:srgbClr val="007A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1280160"/>
            <a:ext cx="10972800" cy="3474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</p:txBody>
      </p:sp>
      <p:sp>
        <p:nvSpPr>
          <p:cNvPr id="5" name="Rectangle 4"/>
          <p:cNvSpPr/>
          <p:nvPr/>
        </p:nvSpPr>
        <p:spPr>
          <a:xfrm>
            <a:off x="0" y="4846320"/>
            <a:ext cx="12188952" cy="1645920"/>
          </a:xfrm>
          <a:prstGeom prst="rect">
            <a:avLst/>
          </a:prstGeom>
          <a:solidFill>
            <a:srgbClr val="E8EEF4"/>
          </a:solidFill>
          <a:ln w="1270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274320" y="4892040"/>
            <a:ext cx="27432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 b="1">
                <a:solidFill>
                  <a:srgbClr val="888888"/>
                </a:solidFill>
              </a:defRPr>
            </a:pPr>
            <a:r>
              <a:t>📷 原文图片</a:t>
            </a:r>
          </a:p>
        </p:txBody>
      </p:sp>
      <p:pic>
        <p:nvPicPr>
          <p:cNvPr id="7" name="Picture 6" descr="p0_img0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4320" y="5074920"/>
            <a:ext cx="11640312" cy="137160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5F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274320"/>
            <a:ext cx="109728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000" b="1">
                <a:solidFill>
                  <a:srgbClr val="007ACC"/>
                </a:solidFill>
              </a:defRPr>
            </a:pPr>
            <a:r>
              <a:t>航班行程概览</a:t>
            </a:r>
          </a:p>
        </p:txBody>
      </p:sp>
      <p:sp>
        <p:nvSpPr>
          <p:cNvPr id="3" name="Rectangle 2"/>
          <p:cNvSpPr/>
          <p:nvPr/>
        </p:nvSpPr>
        <p:spPr>
          <a:xfrm>
            <a:off x="548640" y="1097280"/>
            <a:ext cx="10972800" cy="38100"/>
          </a:xfrm>
          <a:prstGeom prst="rect">
            <a:avLst/>
          </a:prstGeom>
          <a:solidFill>
            <a:srgbClr val="007A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1280160"/>
            <a:ext cx="10972800" cy="3474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</p:txBody>
      </p:sp>
      <p:sp>
        <p:nvSpPr>
          <p:cNvPr id="5" name="Rectangle 4"/>
          <p:cNvSpPr/>
          <p:nvPr/>
        </p:nvSpPr>
        <p:spPr>
          <a:xfrm>
            <a:off x="0" y="4846320"/>
            <a:ext cx="12188952" cy="1645920"/>
          </a:xfrm>
          <a:prstGeom prst="rect">
            <a:avLst/>
          </a:prstGeom>
          <a:solidFill>
            <a:srgbClr val="E8EEF4"/>
          </a:solidFill>
          <a:ln w="1270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274320" y="4892040"/>
            <a:ext cx="27432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 b="1">
                <a:solidFill>
                  <a:srgbClr val="888888"/>
                </a:solidFill>
              </a:defRPr>
            </a:pPr>
            <a:r>
              <a:t>📷 原文图片</a:t>
            </a:r>
          </a:p>
        </p:txBody>
      </p:sp>
      <p:pic>
        <p:nvPicPr>
          <p:cNvPr id="7" name="Picture 6" descr="p0_img0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4320" y="5074920"/>
            <a:ext cx="11640312" cy="137160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