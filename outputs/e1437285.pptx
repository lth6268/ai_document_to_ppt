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7ACC"/>
                </a:solidFill>
              </a:defRPr>
            </a:pPr>
            <a:r>
              <a:t>G98/G98 Pro 三模键盘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097280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支持有线、2.4G无线、蓝牙三种连接模式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FN组合键可切换系统、控制灯光及多媒体功能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具备氛围灯条调节、FN快捷键、电源管理功能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