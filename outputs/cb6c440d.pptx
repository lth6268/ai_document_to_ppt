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G98/G98 Pro 机械键盘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