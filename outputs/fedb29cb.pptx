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变更税务登记信息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纳税人识别号：91360103MA37X7M83L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办税人身份证号码：511024********452X → 360102*********626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办税人电话：180****3410 → 138****1200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办税人姓名：宋* → 吴*英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