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航班行程信息摘要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航班信息：</a:t>
            </a:r>
            <a:br/>
            <a:r>
              <a:t>MU2076，莫斯科-北京，经济舱，11JUL 17:15起飞，05:30+1到达；</a:t>
            </a:r>
            <a:br/>
            <a:r>
              <a:t>MU5174，北京-南昌，经济舱，12JUL 10:40起飞，13:05到达。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旅客信息：</a:t>
            </a:r>
            <a:br/>
            <a:r>
              <a:t>姓名：李天环，ID：EJ0598217，票号：781-9476516051，PNR：HMEHG1。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付款与票价：</a:t>
            </a:r>
            <a:br/>
            <a:r>
              <a:t>在线支付，票价950元，税费1050元。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注意事项：</a:t>
            </a:r>
            <a:br/>
            <a:r>
              <a:t>所有日期时间均为当地时间，票状态有效。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机票预订详情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PNR号码：HMEHG1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旅客信息：LONG/XIAOYU，身份证号：EL3431120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航班信息：MU2076，莫斯科-北京，经济舱，7月11日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航班信息：MU5174，南昌-北京，经济舱，7月12日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付款方式：在线支付，票价：950元，税费：1050元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