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俄罗斯春季传统节日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Масленица — весенний праздник перед Великим постом.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Главный символ: блины, олицетворяющие солнце.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Праздник проводит зиму, встречает весну.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В последний день сжигают соломенное чучело.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谢罪星期日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互相请求原谅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回应：上帝会原谅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冬去春来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