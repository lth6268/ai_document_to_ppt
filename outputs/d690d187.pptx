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7ACC"/>
                </a:solidFill>
              </a:defRPr>
            </a:pPr>
            <a:r>
              <a:t>航班行程单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097280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旅客信息：姓名/Tianhuan，ID/EJ0598217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航班详情：SVO-MU2076-Economy-11JUL-17:15-05:30+1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票价税费：CNY 950.00+1050.00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客票状态：有效期至11JUL，登机门/T2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46320"/>
            <a:ext cx="12188952" cy="1645920"/>
          </a:xfrm>
          <a:prstGeom prst="rect">
            <a:avLst/>
          </a:prstGeom>
          <a:solidFill>
            <a:srgbClr val="E8EEF4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48920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888888"/>
                </a:solidFill>
              </a:defRPr>
            </a:pPr>
            <a:r>
              <a:t>📷 原文图片</a:t>
            </a:r>
          </a:p>
        </p:txBody>
      </p:sp>
      <p:pic>
        <p:nvPicPr>
          <p:cNvPr id="7" name="Picture 6" descr="p0_im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074920"/>
            <a:ext cx="11640312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7ACC"/>
                </a:solidFill>
              </a:defRPr>
            </a:pPr>
            <a:r>
              <a:t>航班行程信息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097280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PNR: HMEHG1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旅客: LONG/XIAOYU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航班: SVO-MU2076-Economy-11JUL-OK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票价: CNY 950.00 + 税费 CNY 1050.00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46320"/>
            <a:ext cx="12188952" cy="1645920"/>
          </a:xfrm>
          <a:prstGeom prst="rect">
            <a:avLst/>
          </a:prstGeom>
          <a:solidFill>
            <a:srgbClr val="E8EEF4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48920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888888"/>
                </a:solidFill>
              </a:defRPr>
            </a:pPr>
            <a:r>
              <a:t>📷 原文图片</a:t>
            </a:r>
          </a:p>
        </p:txBody>
      </p:sp>
      <p:pic>
        <p:nvPicPr>
          <p:cNvPr id="7" name="Picture 6" descr="p0_im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074920"/>
            <a:ext cx="11640312" cy="1371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