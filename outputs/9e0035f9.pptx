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航班行程信息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PNR号：HMEHG1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旅客姓名：李天环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航班1：SVO-MU2076，经济舱，7月11日17:15起飞，次日5:30到达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航班2：KHN-MU5174，经济舱，7月12日10:40起飞，13:05到达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付款方式：在线支付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票价：950元，税费：1050元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0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7ACC"/>
                </a:solidFill>
              </a:defRPr>
            </a:pPr>
            <a:r>
              <a:t>航班行程单信息概览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381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旅客信息：PNR HMEHG1，姓名 LONG/XIAOYU，票号 781-9476516052，ID EL3431120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航班详情：MU2076（莫斯科-北京），11JUL 17:15起飞，05:30+1到达；MU5174（北京-南昌），12JUL 10:40起飞，13:05到达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</a:defRPr>
            </a:pPr>
            <a:r>
              <a:t>  票价信息：出票航空公司 MU，出票日期 2026-06-18，票价 CNY 950.00，税费 CNY 1050.00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12188952" cy="1645920"/>
          </a:xfrm>
          <a:prstGeom prst="rect">
            <a:avLst/>
          </a:prstGeom>
          <a:solidFill>
            <a:srgbClr val="E8EEF4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489204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888888"/>
                </a:solidFill>
              </a:defRPr>
            </a:pPr>
            <a:r>
              <a:t>📷 原文图片</a:t>
            </a:r>
          </a:p>
        </p:txBody>
      </p:sp>
      <p:pic>
        <p:nvPicPr>
          <p:cNvPr id="7" name="Picture 6" descr="p0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074920"/>
            <a:ext cx="11640312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