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0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5682996" cy="1371600"/>
          </a:xfrm>
          <a:prstGeom prst="rect">
            <a:avLst/>
          </a:prstGeom>
        </p:spPr>
      </p:pic>
      <p:pic>
        <p:nvPicPr>
          <p:cNvPr id="8" name="Picture 7" descr="p1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636" y="5074920"/>
            <a:ext cx="5682996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2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3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5682996" cy="1371600"/>
          </a:xfrm>
          <a:prstGeom prst="rect">
            <a:avLst/>
          </a:prstGeom>
        </p:spPr>
      </p:pic>
      <p:pic>
        <p:nvPicPr>
          <p:cNvPr id="8" name="Picture 7" descr="p3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636" y="5074920"/>
            <a:ext cx="5682996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4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6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7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8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9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10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1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12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13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14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15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16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18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19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20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5682996" cy="1371600"/>
          </a:xfrm>
          <a:prstGeom prst="rect">
            <a:avLst/>
          </a:prstGeom>
        </p:spPr>
      </p:pic>
      <p:pic>
        <p:nvPicPr>
          <p:cNvPr id="8" name="Picture 7" descr="p20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636" y="5074920"/>
            <a:ext cx="5682996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2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22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23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24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27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28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5682996" cy="1371600"/>
          </a:xfrm>
          <a:prstGeom prst="rect">
            <a:avLst/>
          </a:prstGeom>
        </p:spPr>
      </p:pic>
      <p:pic>
        <p:nvPicPr>
          <p:cNvPr id="8" name="Picture 7" descr="p28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636" y="5074920"/>
            <a:ext cx="5682996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29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3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5682996" cy="1371600"/>
          </a:xfrm>
          <a:prstGeom prst="rect">
            <a:avLst/>
          </a:prstGeom>
        </p:spPr>
      </p:pic>
      <p:pic>
        <p:nvPicPr>
          <p:cNvPr id="8" name="Picture 7" descr="p31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636" y="5074920"/>
            <a:ext cx="5682996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33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34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35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36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37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38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39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40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5682996" cy="1371600"/>
          </a:xfrm>
          <a:prstGeom prst="rect">
            <a:avLst/>
          </a:prstGeom>
        </p:spPr>
      </p:pic>
      <p:pic>
        <p:nvPicPr>
          <p:cNvPr id="8" name="Picture 7" descr="p40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636" y="5074920"/>
            <a:ext cx="5682996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4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42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43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44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45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46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5682996" cy="1371600"/>
          </a:xfrm>
          <a:prstGeom prst="rect">
            <a:avLst/>
          </a:prstGeom>
        </p:spPr>
      </p:pic>
      <p:pic>
        <p:nvPicPr>
          <p:cNvPr id="8" name="Picture 7" descr="p46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636" y="5074920"/>
            <a:ext cx="5682996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47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5682996" cy="1371600"/>
          </a:xfrm>
          <a:prstGeom prst="rect">
            <a:avLst/>
          </a:prstGeom>
        </p:spPr>
      </p:pic>
      <p:pic>
        <p:nvPicPr>
          <p:cNvPr id="8" name="Picture 7" descr="p47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636" y="5074920"/>
            <a:ext cx="5682996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49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52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处理出错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Error code: 404 - {'error': {'message': "model 'qwen2.5:7b' not found", 'type':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